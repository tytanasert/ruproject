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70" r:id="rId5"/>
    <p:sldId id="271" r:id="rId6"/>
    <p:sldId id="272" r:id="rId7"/>
    <p:sldId id="273" r:id="rId8"/>
    <p:sldId id="258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59" r:id="rId19"/>
  </p:sldIdLst>
  <p:sldSz cx="9144000" cy="6858000" type="screen4x3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-780" y="-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ภาพนิ่ง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h-TH" smtClean="0"/>
              <a:t>คลิกเพื่อแก้ไขลักษณะชื่อเรื่องรองต้นแบบ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B9DC-29D8-43F4-ADF1-7149C6D1B2FD}" type="datetimeFigureOut">
              <a:rPr lang="th-TH" smtClean="0"/>
              <a:t>04/07/67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1794A-6E13-4AC3-99ED-85F457BE74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28333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B9DC-29D8-43F4-ADF1-7149C6D1B2FD}" type="datetimeFigureOut">
              <a:rPr lang="th-TH" smtClean="0"/>
              <a:t>04/07/67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1794A-6E13-4AC3-99ED-85F457BE74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74573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B9DC-29D8-43F4-ADF1-7149C6D1B2FD}" type="datetimeFigureOut">
              <a:rPr lang="th-TH" smtClean="0"/>
              <a:t>04/07/67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1794A-6E13-4AC3-99ED-85F457BE74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18625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B9DC-29D8-43F4-ADF1-7149C6D1B2FD}" type="datetimeFigureOut">
              <a:rPr lang="th-TH" smtClean="0"/>
              <a:t>04/07/67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1794A-6E13-4AC3-99ED-85F457BE74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4476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5" name="ตัวแทนข้อความ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</p:txBody>
      </p:sp>
      <p:sp>
        <p:nvSpPr>
          <p:cNvPr id="6" name="ตัวแทนเนื้อหา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7" name="ตัวแทนวันที่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B9DC-29D8-43F4-ADF1-7149C6D1B2FD}" type="datetimeFigureOut">
              <a:rPr lang="th-TH" smtClean="0"/>
              <a:t>04/07/67</a:t>
            </a:fld>
            <a:endParaRPr lang="th-TH"/>
          </a:p>
        </p:txBody>
      </p:sp>
      <p:sp>
        <p:nvSpPr>
          <p:cNvPr id="8" name="ตัวแทนท้ายกระดา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ภาพนิ่ง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1794A-6E13-4AC3-99ED-85F457BE74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09590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B9DC-29D8-43F4-ADF1-7149C6D1B2FD}" type="datetimeFigureOut">
              <a:rPr lang="th-TH" smtClean="0"/>
              <a:t>04/07/67</a:t>
            </a:fld>
            <a:endParaRPr lang="th-TH"/>
          </a:p>
        </p:txBody>
      </p:sp>
      <p:sp>
        <p:nvSpPr>
          <p:cNvPr id="4" name="ตัวแทนท้ายกระดา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ภาพนิ่ง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1794A-6E13-4AC3-99ED-85F457BE74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04604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B9DC-29D8-43F4-ADF1-7149C6D1B2FD}" type="datetimeFigureOut">
              <a:rPr lang="th-TH" smtClean="0"/>
              <a:t>04/07/67</a:t>
            </a:fld>
            <a:endParaRPr lang="th-TH"/>
          </a:p>
        </p:txBody>
      </p:sp>
      <p:sp>
        <p:nvSpPr>
          <p:cNvPr id="3" name="ตัวแทนท้ายกระดา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ภาพนิ่ง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1794A-6E13-4AC3-99ED-85F457BE74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15729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B9DC-29D8-43F4-ADF1-7149C6D1B2FD}" type="datetimeFigureOut">
              <a:rPr lang="th-TH" smtClean="0"/>
              <a:t>04/07/67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1794A-6E13-4AC3-99ED-85F457BE74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29730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รูปภาพ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B9DC-29D8-43F4-ADF1-7149C6D1B2FD}" type="datetimeFigureOut">
              <a:rPr lang="th-TH" smtClean="0"/>
              <a:t>04/07/67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1794A-6E13-4AC3-99ED-85F457BE74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22567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B9DC-29D8-43F4-ADF1-7149C6D1B2FD}" type="datetimeFigureOut">
              <a:rPr lang="th-TH" smtClean="0"/>
              <a:t>04/07/67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1794A-6E13-4AC3-99ED-85F457BE74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25620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B9DC-29D8-43F4-ADF1-7149C6D1B2FD}" type="datetimeFigureOut">
              <a:rPr lang="th-TH" smtClean="0"/>
              <a:t>04/07/67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1794A-6E13-4AC3-99ED-85F457BE74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4698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3B9DC-29D8-43F4-ADF1-7149C6D1B2FD}" type="datetimeFigureOut">
              <a:rPr lang="th-TH" smtClean="0"/>
              <a:t>04/07/67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D1794A-6E13-4AC3-99ED-85F457BE74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05669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udysmarter.co.uk/explanations/computer-science/computer-network/web-technologies/" TargetMode="External"/><Relationship Id="rId2" Type="http://schemas.openxmlformats.org/officeDocument/2006/relationships/hyperlink" Target="https://www.scaler.com/topics/web-technology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Web Technology</a:t>
            </a:r>
            <a:endParaRPr lang="th-TH" dirty="0"/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0725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2473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648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0130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2999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2407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5437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8192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9328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8519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3712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9290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2486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3732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828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238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9176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>
                <a:hlinkClick r:id="rId2"/>
              </a:rPr>
              <a:t>https://www.scaler.com/topics/web-technology/</a:t>
            </a:r>
            <a:endParaRPr lang="en-US" dirty="0"/>
          </a:p>
          <a:p>
            <a:r>
              <a:rPr lang="en-US" u="sng" dirty="0">
                <a:hlinkClick r:id="rId3"/>
              </a:rPr>
              <a:t>https://www.studysmarter.co.uk/explanations/computer-science/computer-network/web-technologies/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755900009"/>
      </p:ext>
    </p:extLst>
  </p:cSld>
  <p:clrMapOvr>
    <a:masterClrMapping/>
  </p:clrMapOvr>
</p:sld>
</file>

<file path=ppt/theme/theme1.xml><?xml version="1.0" encoding="utf-8"?>
<a:theme xmlns:a="http://schemas.openxmlformats.org/drawingml/2006/main" name="ชุดรูปแบบของ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</Words>
  <Application>Microsoft Office PowerPoint</Application>
  <PresentationFormat>นำเสนอทางหน้าจอ (4:3)</PresentationFormat>
  <Paragraphs>3</Paragraphs>
  <Slides>18</Slides>
  <Notes>0</Notes>
  <HiddenSlides>0</HiddenSlides>
  <MMClips>0</MMClips>
  <ScaleCrop>false</ScaleCrop>
  <HeadingPairs>
    <vt:vector size="4" baseType="variant">
      <vt:variant>
        <vt:lpstr>ชุดรูปแบบ</vt:lpstr>
      </vt:variant>
      <vt:variant>
        <vt:i4>1</vt:i4>
      </vt:variant>
      <vt:variant>
        <vt:lpstr>ชื่อเรื่องภาพนิ่ง</vt:lpstr>
      </vt:variant>
      <vt:variant>
        <vt:i4>18</vt:i4>
      </vt:variant>
    </vt:vector>
  </HeadingPairs>
  <TitlesOfParts>
    <vt:vector size="19" baseType="lpstr">
      <vt:lpstr>ชุดรูปแบบของ Office</vt:lpstr>
      <vt:lpstr>Web Technology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Technology</dc:title>
  <dc:creator>Corporate Edition</dc:creator>
  <cp:lastModifiedBy>Corporate Edition</cp:lastModifiedBy>
  <cp:revision>5</cp:revision>
  <dcterms:created xsi:type="dcterms:W3CDTF">2024-07-04T03:53:42Z</dcterms:created>
  <dcterms:modified xsi:type="dcterms:W3CDTF">2024-07-04T04:12:03Z</dcterms:modified>
</cp:coreProperties>
</file>