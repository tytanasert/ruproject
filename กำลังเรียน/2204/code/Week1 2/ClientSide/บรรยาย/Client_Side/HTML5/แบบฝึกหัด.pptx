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3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82F952-2ADC-492A-BF8D-E6848498BEBA}" type="datetimeFigureOut">
              <a:rPr lang="th-TH" smtClean="0"/>
              <a:t>01/08/59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A4A8CB-6F3D-4E0D-BA26-51FAF380A58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57257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21AFAF0-8D6A-444F-A61E-1065CE1AAE45}" type="slidenum">
              <a:rPr lang="en-GB"/>
              <a:pPr eaLnBrk="1" hangingPunct="1"/>
              <a:t>2</a:t>
            </a:fld>
            <a:endParaRPr lang="en-GB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mtClean="0">
                <a:latin typeface="Arial" panose="020B0604020202020204" pitchFamily="34" charset="0"/>
              </a:rPr>
              <a:t>Wondering what it takes to get started with html5?</a:t>
            </a:r>
            <a:endParaRPr lang="en-GB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312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C29492A-AE8A-4514-87D3-745E942A4D93}" type="slidenum">
              <a:rPr lang="en-GB"/>
              <a:pPr eaLnBrk="1" hangingPunct="1"/>
              <a:t>3</a:t>
            </a:fld>
            <a:endParaRPr lang="en-GB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mtClean="0">
                <a:latin typeface="Arial" panose="020B0604020202020204" pitchFamily="34" charset="0"/>
              </a:rPr>
              <a:t>Wondering what it takes to get started with html5?</a:t>
            </a:r>
            <a:endParaRPr lang="en-GB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271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 eaLnBrk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eaLnBrk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eaLnBrk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eaLnBrk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57200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57200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57200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57200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/>
            <a:fld id="{22AC640B-4465-4A92-A095-523D74F0236E}" type="slidenum">
              <a:rPr lang="en-GB">
                <a:solidFill>
                  <a:srgbClr val="000000"/>
                </a:solidFill>
                <a:latin typeface="Times New Roman" panose="02020603050405020304" pitchFamily="18" charset="0"/>
              </a:rPr>
              <a:pPr eaLnBrk="1"/>
              <a:t>4</a:t>
            </a:fld>
            <a:endParaRPr lang="en-GB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067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8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437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2177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E203F-48C9-46B7-88DE-DB75A62918EC}" type="datetimeFigureOut">
              <a:rPr lang="th-TH" smtClean="0"/>
              <a:t>01/08/59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89F88-441A-4617-B671-3ECD1AECE10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84510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E203F-48C9-46B7-88DE-DB75A62918EC}" type="datetimeFigureOut">
              <a:rPr lang="th-TH" smtClean="0"/>
              <a:t>01/08/59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89F88-441A-4617-B671-3ECD1AECE10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25362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E203F-48C9-46B7-88DE-DB75A62918EC}" type="datetimeFigureOut">
              <a:rPr lang="th-TH" smtClean="0"/>
              <a:t>01/08/59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89F88-441A-4617-B671-3ECD1AECE10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0180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E203F-48C9-46B7-88DE-DB75A62918EC}" type="datetimeFigureOut">
              <a:rPr lang="th-TH" smtClean="0"/>
              <a:t>01/08/59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89F88-441A-4617-B671-3ECD1AECE10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3161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E203F-48C9-46B7-88DE-DB75A62918EC}" type="datetimeFigureOut">
              <a:rPr lang="th-TH" smtClean="0"/>
              <a:t>01/08/59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89F88-441A-4617-B671-3ECD1AECE10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91825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E203F-48C9-46B7-88DE-DB75A62918EC}" type="datetimeFigureOut">
              <a:rPr lang="th-TH" smtClean="0"/>
              <a:t>01/08/59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89F88-441A-4617-B671-3ECD1AECE10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07008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E203F-48C9-46B7-88DE-DB75A62918EC}" type="datetimeFigureOut">
              <a:rPr lang="th-TH" smtClean="0"/>
              <a:t>01/08/59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89F88-441A-4617-B671-3ECD1AECE10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74535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E203F-48C9-46B7-88DE-DB75A62918EC}" type="datetimeFigureOut">
              <a:rPr lang="th-TH" smtClean="0"/>
              <a:t>01/08/59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89F88-441A-4617-B671-3ECD1AECE10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19966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E203F-48C9-46B7-88DE-DB75A62918EC}" type="datetimeFigureOut">
              <a:rPr lang="th-TH" smtClean="0"/>
              <a:t>01/08/59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89F88-441A-4617-B671-3ECD1AECE10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1026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E203F-48C9-46B7-88DE-DB75A62918EC}" type="datetimeFigureOut">
              <a:rPr lang="th-TH" smtClean="0"/>
              <a:t>01/08/59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89F88-441A-4617-B671-3ECD1AECE10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88634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E203F-48C9-46B7-88DE-DB75A62918EC}" type="datetimeFigureOut">
              <a:rPr lang="th-TH" smtClean="0"/>
              <a:t>01/08/59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89F88-441A-4617-B671-3ECD1AECE10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16893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AE203F-48C9-46B7-88DE-DB75A62918EC}" type="datetimeFigureOut">
              <a:rPr lang="th-TH" smtClean="0"/>
              <a:t>01/08/59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89F88-441A-4617-B671-3ECD1AECE10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38247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h-TH" dirty="0" smtClean="0"/>
              <a:t>แบบฝึกหัด</a:t>
            </a:r>
            <a:endParaRPr lang="th-T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15365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143001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000" dirty="0">
                <a:latin typeface="Georgia" panose="02040502050405020303" pitchFamily="18" charset="0"/>
              </a:rPr>
              <a:t>	</a:t>
            </a:r>
            <a:endParaRPr lang="en-GB" sz="1400" dirty="0">
              <a:latin typeface="Georgia" panose="02040502050405020303" pitchFamily="18" charset="0"/>
            </a:endParaRPr>
          </a:p>
        </p:txBody>
      </p:sp>
      <p:pic>
        <p:nvPicPr>
          <p:cNvPr id="1946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348"/>
          <a:stretch/>
        </p:blipFill>
        <p:spPr bwMode="auto">
          <a:xfrm>
            <a:off x="3111336" y="483877"/>
            <a:ext cx="5296394" cy="6726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5213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102" y="230023"/>
            <a:ext cx="5670468" cy="5805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7684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562" y="899735"/>
            <a:ext cx="7283654" cy="5370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6520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Synthèse (2)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704" y="1052736"/>
            <a:ext cx="5679732" cy="5616624"/>
          </a:xfrm>
        </p:spPr>
      </p:pic>
    </p:spTree>
    <p:extLst>
      <p:ext uri="{BB962C8B-B14F-4D97-AF65-F5344CB8AC3E}">
        <p14:creationId xmlns:p14="http://schemas.microsoft.com/office/powerpoint/2010/main" val="3152954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28</Words>
  <Application>Microsoft Office PowerPoint</Application>
  <PresentationFormat>Widescreen</PresentationFormat>
  <Paragraphs>8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 Unicode MS</vt:lpstr>
      <vt:lpstr>Angsana New</vt:lpstr>
      <vt:lpstr>Arial</vt:lpstr>
      <vt:lpstr>Calibri</vt:lpstr>
      <vt:lpstr>Calibri Light</vt:lpstr>
      <vt:lpstr>Cordia New</vt:lpstr>
      <vt:lpstr>Georgia</vt:lpstr>
      <vt:lpstr>Times New Roman</vt:lpstr>
      <vt:lpstr>Office Theme</vt:lpstr>
      <vt:lpstr>แบบฝึกหัด</vt:lpstr>
      <vt:lpstr>PowerPoint Presentation</vt:lpstr>
      <vt:lpstr>PowerPoint Presentation</vt:lpstr>
      <vt:lpstr>PowerPoint Presentation</vt:lpstr>
      <vt:lpstr>Synthèse (2)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แบบฝึกหัด</dc:title>
  <dc:creator>PC</dc:creator>
  <cp:lastModifiedBy>PC</cp:lastModifiedBy>
  <cp:revision>3</cp:revision>
  <dcterms:created xsi:type="dcterms:W3CDTF">2016-07-27T14:22:44Z</dcterms:created>
  <dcterms:modified xsi:type="dcterms:W3CDTF">2016-08-01T14:25:40Z</dcterms:modified>
</cp:coreProperties>
</file>