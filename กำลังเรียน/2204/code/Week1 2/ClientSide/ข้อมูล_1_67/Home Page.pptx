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212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th-TH" smtClean="0"/>
              <a:t>คลิกเพื่อแก้ไขลักษณะชื่อเรื่องรองต้นแบบ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8C84C27-28A3-4E9B-ABFC-19EA7EC19966}" type="datetimeFigureOut">
              <a:rPr lang="th-TH" smtClean="0"/>
              <a:t>10/07/67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7F3A30DA-ABDE-41BD-8282-0F1CBF3091B6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Home Page</a:t>
            </a:r>
            <a:endParaRPr lang="th-TH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Special Thanks</a:t>
            </a:r>
          </a:p>
          <a:p>
            <a:r>
              <a:rPr lang="en-US" dirty="0" smtClean="0"/>
              <a:t>https://www.1001click.com/blog/principles-of-web-page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78020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cap="all" dirty="0"/>
              <a:t>หลักการออกแบบเว็บเพ</a:t>
            </a:r>
            <a:r>
              <a:rPr lang="th-TH" cap="all" dirty="0" err="1"/>
              <a:t>จ</a:t>
            </a:r>
            <a:r>
              <a:rPr lang="th-TH" cap="all" dirty="0" err="1" smtClean="0"/>
              <a:t>เบื้อง</a:t>
            </a:r>
            <a:r>
              <a:rPr lang="th-TH" cap="all" dirty="0" smtClean="0"/>
              <a:t>ต้น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dirty="0" smtClean="0"/>
              <a:t>มี </a:t>
            </a:r>
            <a:r>
              <a:rPr lang="th-TH" dirty="0"/>
              <a:t>5 หน้าในการเริ่มต้นเสมอ</a:t>
            </a:r>
          </a:p>
          <a:p>
            <a:r>
              <a:rPr lang="th-TH" dirty="0"/>
              <a:t>หน้าแรก (</a:t>
            </a:r>
            <a:r>
              <a:rPr lang="en-US" dirty="0"/>
              <a:t>Home Page)</a:t>
            </a:r>
          </a:p>
          <a:p>
            <a:r>
              <a:rPr lang="th-TH" dirty="0"/>
              <a:t>เกี่ยวกับเรา (</a:t>
            </a:r>
            <a:r>
              <a:rPr lang="en-US" dirty="0"/>
              <a:t>About Us)</a:t>
            </a:r>
          </a:p>
          <a:p>
            <a:r>
              <a:rPr lang="th-TH" dirty="0"/>
              <a:t>สินค้า (</a:t>
            </a:r>
            <a:r>
              <a:rPr lang="en-US" dirty="0"/>
              <a:t>Product)</a:t>
            </a:r>
          </a:p>
          <a:p>
            <a:r>
              <a:rPr lang="th-TH" dirty="0"/>
              <a:t>บริการของเรา (</a:t>
            </a:r>
            <a:r>
              <a:rPr lang="en-US" dirty="0"/>
              <a:t>Service)</a:t>
            </a:r>
          </a:p>
          <a:p>
            <a:r>
              <a:rPr lang="th-TH" dirty="0"/>
              <a:t>ติดต่อ (</a:t>
            </a:r>
            <a:r>
              <a:rPr lang="en-US" dirty="0"/>
              <a:t>Contact)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1071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cap="all" dirty="0"/>
              <a:t>หน้าแรก (</a:t>
            </a:r>
            <a:r>
              <a:rPr lang="en-US" cap="all" dirty="0"/>
              <a:t>HOME PAGE)</a:t>
            </a:r>
          </a:p>
          <a:p>
            <a:r>
              <a:rPr lang="th-TH" dirty="0" err="1"/>
              <a:t>โล</a:t>
            </a:r>
            <a:r>
              <a:rPr lang="th-TH" dirty="0"/>
              <a:t>โก้ - ชื่อองค์กร - คำโปรยแนะนำองค์กร - สินค้าหรือบริการที่แนะนำ สำหรับ 4 อย่างเบื้องต้นนั้น </a:t>
            </a:r>
            <a:r>
              <a:rPr lang="th-TH" dirty="0" err="1"/>
              <a:t>เป็นเบสิคห</a:t>
            </a:r>
            <a:r>
              <a:rPr lang="th-TH" dirty="0"/>
              <a:t>ลักการออกแบบเว็บ</a:t>
            </a:r>
            <a:r>
              <a:rPr lang="th-TH" dirty="0" err="1"/>
              <a:t>เพจ</a:t>
            </a:r>
            <a:r>
              <a:rPr lang="th-TH" dirty="0"/>
              <a:t>ในหน้าแรกที่เรียบง่ายที่สุด โดยหน้าแรกหรือ </a:t>
            </a:r>
            <a:r>
              <a:rPr lang="en-US" dirty="0"/>
              <a:t>Homepage </a:t>
            </a:r>
            <a:r>
              <a:rPr lang="th-TH" dirty="0"/>
              <a:t>นั้น จุดประสงค์ของการมีอยู่หลักคือ การสื่อสารตราสินค้า และการสื่อสารองค์กรเป็นหลัก หากคุณเป็นเว็บไซต์องค์กร </a:t>
            </a:r>
            <a:r>
              <a:rPr lang="th-TH" dirty="0" err="1"/>
              <a:t>โล</a:t>
            </a:r>
            <a:r>
              <a:rPr lang="th-TH" dirty="0"/>
              <a:t>โก้, ชื่อองค์กร และคำโปรยที่จะทำให้คนรับรู้เรื่องราวขององค์กรคุณเป็นสิ่งจำเป็น อาจจะใส่เนื้อหาเกี่ยวกับสิ่งที่องค์กรของคุณกำลังพัฒนา การวิจัยที่องค์กรมีส่วนร่วม หรือเนื้อหาเกี่ยวกับงานที่องค์กรของคุณกำลังทำอยู่ หากคุณเป็นเว็บไซต์ธุรกิจ </a:t>
            </a:r>
            <a:r>
              <a:rPr lang="en-US" dirty="0"/>
              <a:t>SME </a:t>
            </a:r>
            <a:r>
              <a:rPr lang="th-TH" dirty="0"/>
              <a:t>ขายของออนไลน์ทั่วไป หรือเว็บไซต์ </a:t>
            </a:r>
            <a:r>
              <a:rPr lang="en-US" dirty="0"/>
              <a:t>E-Commerce </a:t>
            </a:r>
            <a:r>
              <a:rPr lang="th-TH" dirty="0"/>
              <a:t>สิ่งที่คุณยังคงต้องมีก็</a:t>
            </a:r>
            <a:r>
              <a:rPr lang="th-TH" dirty="0" err="1"/>
              <a:t>คือโล</a:t>
            </a:r>
            <a:r>
              <a:rPr lang="th-TH" dirty="0"/>
              <a:t>โก้, ชื่อองค์กร และคำโปรยแนะนำร้านของตัวเอง แต่ทั้งนี้ การหยิบขายค้า</a:t>
            </a:r>
            <a:r>
              <a:rPr lang="th-TH" dirty="0" err="1"/>
              <a:t>โปรโมต</a:t>
            </a:r>
            <a:r>
              <a:rPr lang="th-TH" dirty="0"/>
              <a:t> หรือสินค้าขายดีมาแนะนำตั้งแต่ในหน้าแรก หรือใน </a:t>
            </a:r>
            <a:r>
              <a:rPr lang="en-US" dirty="0"/>
              <a:t>Home Page </a:t>
            </a:r>
            <a:r>
              <a:rPr lang="th-TH" dirty="0"/>
              <a:t>เลยนั้นก็ไม่ใช่เรื่องที่แย่ และอาจจะยิ่งส่งผลดีขึ้นอีกด้วยซ้ำ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31960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cap="all" dirty="0"/>
              <a:t>เกี่ยวกับเรา (</a:t>
            </a:r>
            <a:r>
              <a:rPr lang="en-US" cap="all" dirty="0"/>
              <a:t>ABOUT US)</a:t>
            </a:r>
          </a:p>
          <a:p>
            <a:r>
              <a:rPr lang="th-TH" dirty="0"/>
              <a:t>สำหรับหน้าเกี่ยวกับเรา หากคุณเป็นเว็บไซต์องค์กร คุณควรที่จะมีหน้านี้ไว้ จุดประสงค์เพื่อขยายความในส่วนของเรื่องราวบริษัทที่คุณได้โปรยไว้ในหน้าแรก แต่พยายามอย่าเขียนซ้ำ หรือคัดลอกเนื้อหาจากหน้าแรกทั้งหมดมาแปะ เพราะมันอาจจะทำให้เกิด </a:t>
            </a:r>
            <a:r>
              <a:rPr lang="en-US" dirty="0"/>
              <a:t>Duplicate Content </a:t>
            </a:r>
            <a:r>
              <a:rPr lang="th-TH" dirty="0"/>
              <a:t>ซึ่งส่งผลให้เว็บไซต์ของคุณติดลบในการทำการตลาดอย่าง </a:t>
            </a:r>
            <a:r>
              <a:rPr lang="en-US" dirty="0"/>
              <a:t>SEO </a:t>
            </a:r>
            <a:r>
              <a:rPr lang="th-TH" dirty="0"/>
              <a:t>โดยส่วนแล้วสิ่งที่มักจะใส่กันในหน้านี้คือ</a:t>
            </a:r>
            <a:r>
              <a:rPr lang="th-TH" dirty="0" err="1"/>
              <a:t>พันธ</a:t>
            </a:r>
            <a:r>
              <a:rPr lang="th-TH" dirty="0"/>
              <a:t>กิจ และวิสัยทัศน์ สำหรับเว็บไซต์องค์กร แต่หากคุณเป็นเว็บไซต์ธุรกิจ </a:t>
            </a:r>
            <a:r>
              <a:rPr lang="en-US" dirty="0"/>
              <a:t>SME </a:t>
            </a:r>
            <a:r>
              <a:rPr lang="th-TH" dirty="0"/>
              <a:t>ขายของออนไลน์ทั่วไป หรือเว็บไซต์ </a:t>
            </a:r>
            <a:r>
              <a:rPr lang="en-US" dirty="0"/>
              <a:t>E-Commerce </a:t>
            </a:r>
            <a:r>
              <a:rPr lang="th-TH" dirty="0"/>
              <a:t>คุณอาจจะข้ามในส่วนนี้ไปได้ แต่หากต้องการคงไว้ ก็สามารถใส่รายละเอียดที่คล้ายกับของเว็บไซต์องค์กรตามข้างต้นได้เลย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0459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cap="all" dirty="0"/>
              <a:t>สินค้า (</a:t>
            </a:r>
            <a:r>
              <a:rPr lang="en-US" cap="all" dirty="0"/>
              <a:t>PRODUCT)</a:t>
            </a:r>
          </a:p>
          <a:p>
            <a:r>
              <a:rPr lang="th-TH" dirty="0"/>
              <a:t>สำหรับหน้าสินค้า แน่นอนว่าเป็นหน้าที่สำคัญมากสำหรับเว็บไซต์ธุรกิจ </a:t>
            </a:r>
            <a:r>
              <a:rPr lang="en-US" dirty="0"/>
              <a:t>SME </a:t>
            </a:r>
            <a:r>
              <a:rPr lang="th-TH" dirty="0"/>
              <a:t>ขายของออนไลน์ทั่วไป หรือเว็บไซต์ </a:t>
            </a:r>
            <a:r>
              <a:rPr lang="en-US" dirty="0"/>
              <a:t>E-Commerce </a:t>
            </a:r>
            <a:r>
              <a:rPr lang="th-TH" dirty="0"/>
              <a:t>เพราะเป็นหน้าจัดโชว์สินค้าที่คุณมีพร้อมจำหน่าย ณ ขณะนั้น โดยสำหรับหลักการออกแบบเว็บ</a:t>
            </a:r>
            <a:r>
              <a:rPr lang="th-TH" dirty="0" err="1"/>
              <a:t>เพจ</a:t>
            </a:r>
            <a:r>
              <a:rPr lang="th-TH" dirty="0"/>
              <a:t>สำหรับหน้าสินค้านั้น คุณสามารถออกแบบหน้า</a:t>
            </a:r>
            <a:r>
              <a:rPr lang="th-TH" dirty="0" err="1"/>
              <a:t>เพจ</a:t>
            </a:r>
            <a:r>
              <a:rPr lang="th-TH" dirty="0"/>
              <a:t>ย่อย ๆ ในหน้าสินค้าได้อีกที อาจจะเป็นหมวดหมู่ของสินค้าแต่ละประเภทเป็นต้น เนื่องจากความสำคัญของหน้านี้คือการ จัดโชว์สินค้า เพราะฉะนั้นพยายามเลือกภาพสินค้าที่ดี มองเห็นได้ชัด และจะดีมากหากมีหลายมุม และคำอธิบายสินค้านั้น ก็ต้องมีความชัดเจน และรายละเอียดมากพอ อาทิ ชื่อสินค้า รุ่น ราคา เป็นต้น</a:t>
            </a:r>
          </a:p>
          <a:p>
            <a:r>
              <a:rPr lang="th-TH" dirty="0"/>
              <a:t/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6288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cap="all" dirty="0"/>
              <a:t>บริการของเรา (</a:t>
            </a:r>
            <a:r>
              <a:rPr lang="en-US" cap="all" dirty="0"/>
              <a:t>SERVICE)</a:t>
            </a:r>
          </a:p>
          <a:p>
            <a:r>
              <a:rPr lang="th-TH" dirty="0"/>
              <a:t>สำหรับหน้า บริการของเรา นั้น แม้ว่าจะเป็นเว็บไซต์องค์กร ก็สามารถมีได้ รวมทั้งเว็บไซต์ธุรกิจ </a:t>
            </a:r>
            <a:r>
              <a:rPr lang="en-US" dirty="0"/>
              <a:t>SME </a:t>
            </a:r>
            <a:r>
              <a:rPr lang="th-TH" dirty="0"/>
              <a:t>ขายของออนไลน์ทั่วไป หรือเว็บไซต์ </a:t>
            </a:r>
            <a:r>
              <a:rPr lang="en-US" dirty="0"/>
              <a:t>E-Commerce </a:t>
            </a:r>
            <a:r>
              <a:rPr lang="th-TH" dirty="0"/>
              <a:t>ก็สามารถมีได้เช่นกัน สำหรับเว็บไซต์องค์กรนั้น คุณอาจจะเลือกแนะนำบริการที่องค์กรของคุณทำอยู่ พร้อมแนบช่องทางการติดต่อเล็ก ๆ น้อย ๆ ไว้ด้วยก็เป็นช่องทางที่ไม่แย่ และสำหรับเว็บไซต์ </a:t>
            </a:r>
            <a:r>
              <a:rPr lang="en-US" dirty="0"/>
              <a:t>SEM </a:t>
            </a:r>
            <a:r>
              <a:rPr lang="th-TH" dirty="0"/>
              <a:t>หรือ </a:t>
            </a:r>
            <a:r>
              <a:rPr lang="en-US" dirty="0"/>
              <a:t>E-Commerce </a:t>
            </a:r>
            <a:r>
              <a:rPr lang="th-TH" dirty="0"/>
              <a:t>ทั่วไป ในส่วนนี้อาจจะเน้นเป็นบริการเสริม ไม่ใช่สินค้าที่อยู่ในหน้าหลัก เพื่อป้องกันการซ้ำซ้อนของหน้าเว็บ</a:t>
            </a:r>
            <a:r>
              <a:rPr lang="th-TH" dirty="0" err="1"/>
              <a:t>เพจ</a:t>
            </a:r>
            <a:r>
              <a:rPr lang="th-TH" dirty="0"/>
              <a:t>ภายในเว็บไซต์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3515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cap="all" dirty="0"/>
              <a:t>ติดต่อ (</a:t>
            </a:r>
            <a:r>
              <a:rPr lang="en-US" cap="all" dirty="0"/>
              <a:t>CONTACT)</a:t>
            </a:r>
          </a:p>
          <a:p>
            <a:r>
              <a:rPr lang="th-TH" dirty="0"/>
              <a:t>หน้าติดต่อนั้น โดยส่วนใหญ่เว็บไซต์ทุกรูปแบบโดยทั่วไปก็มักจะมีกัน สำหรับหลักการออกแบบหน้าเว็บ</a:t>
            </a:r>
            <a:r>
              <a:rPr lang="th-TH" dirty="0" err="1"/>
              <a:t>เพจ</a:t>
            </a:r>
            <a:r>
              <a:rPr lang="th-TH" dirty="0"/>
              <a:t>ในหน้านี้นั้น จุดประสงค์ก็เพื่อนำเสนอช่องทางการติดต่อ อาจจะเป็นที่อยู่องค์กร เบอร์โทรติดต่อ อี</a:t>
            </a:r>
            <a:r>
              <a:rPr lang="th-TH" dirty="0" err="1"/>
              <a:t>เมล</a:t>
            </a:r>
            <a:r>
              <a:rPr lang="th-TH" dirty="0"/>
              <a:t> หรือ</a:t>
            </a:r>
            <a:r>
              <a:rPr lang="th-TH" dirty="0" err="1"/>
              <a:t>ไลน์</a:t>
            </a:r>
            <a:r>
              <a:rPr lang="th-TH" dirty="0"/>
              <a:t> หรือจะปักเป็น </a:t>
            </a:r>
            <a:r>
              <a:rPr lang="en-US" dirty="0"/>
              <a:t>Google Map </a:t>
            </a:r>
            <a:r>
              <a:rPr lang="th-TH" dirty="0"/>
              <a:t>พื้นที่ตั้งขององค์กรเลยก็ย่อมได้ ไม่เพียงเท่านั้น ในหน้านี้ ยังมักที่จะแนบฟอร์มแสดงความคิดเห็น หรือฟอร์มสมัครสมาชิกสำหรับเว็บไซต์ไว้ได้อีกด้วย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37189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ตัวอย่าง จาก </a:t>
            </a:r>
            <a:r>
              <a:rPr lang="en-US" dirty="0" smtClean="0"/>
              <a:t>Template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</a:t>
            </a:r>
            <a:r>
              <a:rPr lang="th-TH" dirty="0" smtClean="0"/>
              <a:t>นำเสนอ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0066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มุม">
  <a:themeElements>
    <a:clrScheme name="มุม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มุม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มุม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26</TotalTime>
  <Words>208</Words>
  <Application>Microsoft Office PowerPoint</Application>
  <PresentationFormat>นำเสนอทางหน้าจอ (4:3)</PresentationFormat>
  <Paragraphs>23</Paragraphs>
  <Slides>8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8</vt:i4>
      </vt:variant>
    </vt:vector>
  </HeadingPairs>
  <TitlesOfParts>
    <vt:vector size="9" baseType="lpstr">
      <vt:lpstr>มุม</vt:lpstr>
      <vt:lpstr>Home Page</vt:lpstr>
      <vt:lpstr>หลักการออกแบบเว็บเพจเบื้องต้น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ตัวอย่าง จาก Template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Page</dc:title>
  <dc:creator>Corporate Edition</dc:creator>
  <cp:lastModifiedBy>Corporate Edition</cp:lastModifiedBy>
  <cp:revision>10</cp:revision>
  <dcterms:created xsi:type="dcterms:W3CDTF">2024-07-10T05:50:12Z</dcterms:created>
  <dcterms:modified xsi:type="dcterms:W3CDTF">2024-07-10T06:16:52Z</dcterms:modified>
</cp:coreProperties>
</file>